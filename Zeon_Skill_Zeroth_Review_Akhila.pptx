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Zeon Skill – An Interactive Skill Enhancement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Presented By: Akhila (Reg. No: XXXXX)</a:t>
            </a:r>
          </a:p>
          <a:p>
            <a:pPr>
              <a:defRPr sz="2000"/>
            </a:pPr>
            <a:r>
              <a:t>Supervised By: [Faculty Name], [Designation]</a:t>
            </a:r>
          </a:p>
          <a:p>
            <a:pPr>
              <a:defRPr sz="2000"/>
            </a:pPr>
            <a:r>
              <a:t>Department of Computer Science and Engineering</a:t>
            </a:r>
          </a:p>
          <a:p>
            <a:pPr>
              <a:defRPr sz="2000"/>
            </a:pPr>
            <a:r>
              <a:t>School of Computing</a:t>
            </a:r>
          </a:p>
          <a:p>
            <a:pPr>
              <a:defRPr sz="2000"/>
            </a:pPr>
            <a:r>
              <a:t>10214CS801 – Internship cum Minor Project</a:t>
            </a:r>
          </a:p>
          <a:p>
            <a:pPr>
              <a:defRPr sz="2000"/>
            </a:pPr>
            <a:r>
              <a:t>Academic Year 2025–2026 (Summer Semester)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Introduction</a:t>
            </a:r>
          </a:p>
          <a:p>
            <a:pPr>
              <a:defRPr sz="2000"/>
            </a:pPr>
            <a:r>
              <a:t>2. Literature Survey</a:t>
            </a:r>
          </a:p>
          <a:p>
            <a:pPr>
              <a:defRPr sz="2000"/>
            </a:pPr>
            <a:r>
              <a:t>3. Problem Statement</a:t>
            </a:r>
          </a:p>
          <a:p>
            <a:pPr>
              <a:defRPr sz="2000"/>
            </a:pPr>
            <a:r>
              <a:t>4. Proposed Methodology</a:t>
            </a:r>
          </a:p>
          <a:p>
            <a:pPr>
              <a:defRPr sz="2000"/>
            </a:pPr>
            <a:r>
              <a:t>5. Proposed System Architecture</a:t>
            </a:r>
          </a:p>
          <a:p>
            <a:pPr>
              <a:defRPr sz="2000"/>
            </a:pPr>
            <a:r>
              <a:t>6. Implementation Plan / Timeline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Zeon Skill is a web-based quiz platform for students and software professionals.</a:t>
            </a:r>
          </a:p>
          <a:p>
            <a:pPr>
              <a:defRPr sz="2000"/>
            </a:pPr>
            <a:r>
              <a:t>It provides level-based tests: Intermediate, Mid-Level, and Developer Mode.</a:t>
            </a:r>
          </a:p>
          <a:p>
            <a:pPr>
              <a:defRPr sz="2000"/>
            </a:pPr>
            <a:r>
              <a:t>Uses Email OTP authentication for secure, passwordless login.</a:t>
            </a:r>
          </a:p>
          <a:p>
            <a:pPr>
              <a:defRPr sz="2000"/>
            </a:pPr>
            <a:r>
              <a:t>Built with Flask, MySQL, HTML, CSS, and JavaScript.</a:t>
            </a:r>
          </a:p>
          <a:p>
            <a:pPr>
              <a:defRPr sz="2000"/>
            </a:pPr>
            <a:r>
              <a:t>Enables real-time evaluation and centralized management.</a:t>
            </a:r>
          </a:p>
          <a:p>
            <a:pPr>
              <a:defRPr sz="2000"/>
            </a:pPr>
            <a:r>
              <a:t>Useful for institutes, learners, and companies to track skill growth.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Traditional quiz systems rely on passwords and allow multiple test attempts.</a:t>
            </a:r>
          </a:p>
          <a:p>
            <a:pPr>
              <a:defRPr sz="2000"/>
            </a:pPr>
            <a:r>
              <a:t>Admins face challenges managing user data and test organization.</a:t>
            </a:r>
          </a:p>
          <a:p>
            <a:pPr>
              <a:defRPr sz="2000"/>
            </a:pPr>
            <a:r>
              <a:t>Existing systems lack fair testing and automated evaluation.</a:t>
            </a:r>
          </a:p>
          <a:p>
            <a:pPr>
              <a:defRPr sz="2000"/>
            </a:pPr>
            <a:r>
              <a:t>Need for a secure, easy-to-use platform offering OTP login and instant scoring.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Develop a secure web app for skill-based quizzes.</a:t>
            </a:r>
          </a:p>
          <a:p>
            <a:pPr>
              <a:defRPr sz="2000"/>
            </a:pPr>
            <a:r>
              <a:t>Enable OTP login and single test attempts per user.</a:t>
            </a:r>
          </a:p>
          <a:p>
            <a:pPr>
              <a:defRPr sz="2000"/>
            </a:pPr>
            <a:r>
              <a:t>Allow admins to manage tests easily and track performance.</a:t>
            </a:r>
          </a:p>
          <a:p>
            <a:pPr>
              <a:defRPr sz="2000"/>
            </a:pPr>
            <a:r>
              <a:t>Provide real-time scoring and a simple user interface.</a:t>
            </a:r>
          </a:p>
          <a:p>
            <a:pPr>
              <a:defRPr sz="2000"/>
            </a:pPr>
            <a:r>
              <a:t>Ensure fair evaluation and role-based access control.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Paper-based tests are time-consuming and error-prone.</a:t>
            </a:r>
          </a:p>
          <a:p>
            <a:pPr>
              <a:defRPr sz="2000"/>
            </a:pPr>
            <a:r>
              <a:t>Online tools like Google Forms lack user restrictions or tracking.</a:t>
            </a:r>
          </a:p>
          <a:p>
            <a:pPr>
              <a:defRPr sz="2000"/>
            </a:pPr>
            <a:r>
              <a:t>Moodle is complex for small-scale skill tests.</a:t>
            </a:r>
          </a:p>
          <a:p>
            <a:pPr>
              <a:defRPr sz="2000"/>
            </a:pPr>
            <a:r>
              <a:t>Zeon Skill bridges these gaps with OTP login, analytics, and real-time evaluation.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Users/Admins login using Email OTP verification.</a:t>
            </a:r>
          </a:p>
          <a:p>
            <a:pPr>
              <a:defRPr sz="2000"/>
            </a:pPr>
            <a:r>
              <a:t>Admins create categorized tests and assign difficulty levels.</a:t>
            </a:r>
          </a:p>
          <a:p>
            <a:pPr>
              <a:defRPr sz="2000"/>
            </a:pPr>
            <a:r>
              <a:t>Users attempt tests; system auto-evaluates results.</a:t>
            </a:r>
          </a:p>
          <a:p>
            <a:pPr>
              <a:defRPr sz="2000"/>
            </a:pPr>
            <a:r>
              <a:t>Instant results displayed; admins view analytics.</a:t>
            </a:r>
          </a:p>
          <a:p>
            <a:pPr>
              <a:defRPr sz="2000"/>
            </a:pPr>
            <a:r>
              <a:t>Key features: Secure login, real-time scoring, one attempt per test.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Three-Layer Architecture:</a:t>
            </a:r>
          </a:p>
          <a:p>
            <a:pPr>
              <a:defRPr sz="2000"/>
            </a:pPr>
            <a:r>
              <a:t>1. Presentation Layer – HTML, CSS, JS (Frontend)</a:t>
            </a:r>
          </a:p>
          <a:p>
            <a:pPr>
              <a:defRPr sz="2000"/>
            </a:pPr>
            <a:r>
              <a:t>2. Application Layer – Flask (Backend logic)</a:t>
            </a:r>
          </a:p>
          <a:p>
            <a:pPr>
              <a:defRPr sz="2000"/>
            </a:pPr>
            <a:r>
              <a:t>3. Data Layer – MySQL (Database storage)</a:t>
            </a:r>
          </a:p>
          <a:p>
            <a:pPr>
              <a:defRPr sz="2000"/>
            </a:pPr>
            <a:r>
              <a:t>Authentication Flow: Email → OTP Sent → Verified → Dashboard Access.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Module 1 – User Authentication: OTP login, session control.</a:t>
            </a:r>
          </a:p>
          <a:p>
            <a:pPr>
              <a:defRPr sz="2000"/>
            </a:pPr>
            <a:r>
              <a:t>Module 2 – Quiz Management: Add/Edit/Delete questions.</a:t>
            </a:r>
          </a:p>
          <a:p>
            <a:pPr>
              <a:defRPr sz="2000"/>
            </a:pPr>
            <a:r>
              <a:t>Module 3 – Attempt Control: One attempt per quiz, auto-scoring.</a:t>
            </a:r>
          </a:p>
          <a:p>
            <a:pPr>
              <a:defRPr sz="2000"/>
            </a:pPr>
            <a:r>
              <a:t>Module 4 – Results &amp; Analytics: Instant scores, performance tracking.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&amp; Hardware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Software: HTML, CSS, JS, Flask, MySQL, SMTP/SendGrid.</a:t>
            </a:r>
          </a:p>
          <a:p>
            <a:pPr>
              <a:defRPr sz="2000"/>
            </a:pPr>
            <a:r>
              <a:t>Hardware: Intel i3+, 4GB RAM, 100GB disk, internet connection.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Plan /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Phase 1: Requirement Analysis (Week 1–2)</a:t>
            </a:r>
          </a:p>
          <a:p>
            <a:pPr>
              <a:defRPr sz="2000"/>
            </a:pPr>
            <a:r>
              <a:t>Phase 2: Frontend &amp; Authentication (Week 3–4)</a:t>
            </a:r>
          </a:p>
          <a:p>
            <a:pPr>
              <a:defRPr sz="2000"/>
            </a:pPr>
            <a:r>
              <a:t>Phase 3: Backend Integration (Week 5–6)</a:t>
            </a:r>
          </a:p>
          <a:p>
            <a:pPr>
              <a:defRPr sz="2000"/>
            </a:pPr>
            <a:r>
              <a:t>Phase 4: Testing &amp; Final Review (Week 7–8)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Zeon Skill provides a secure and fair quiz-based skill testing solution.</a:t>
            </a:r>
          </a:p>
          <a:p>
            <a:pPr>
              <a:defRPr sz="2000"/>
            </a:pPr>
            <a:r>
              <a:t>It ensures real-time evaluation with OTP-based authentication.</a:t>
            </a:r>
          </a:p>
          <a:p>
            <a:pPr>
              <a:defRPr sz="2000"/>
            </a:pPr>
            <a:r>
              <a:t>Helps students, professionals, and organizations measure and enhance skills.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Thank You!</a:t>
            </a:r>
          </a:p>
          <a:p>
            <a:pPr>
              <a:defRPr sz="2000"/>
            </a:pPr>
            <a:r>
              <a:t>Open for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